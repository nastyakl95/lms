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95F46"/>
                </a:solidFill>
                <a:latin typeface="Calibri"/>
              </a:defRPr>
            </a:pPr>
            <a:r>
              <a:t>Moodle: интерактивные активности и вовлечение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  <a:latin typeface="Calibri"/>
              </a:defRPr>
            </a:pPr>
            <a:r>
              <a:t>Практическое занятие на 3 часа</a:t>
            </a:r>
          </a:p>
          <a:p>
            <a:r>
              <a:t>Тема: тесты, H5P, форум и геймификация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Цель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Научиться проектировать интерактивный модуль в Moodle с высокой вовлечённостью.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Итог: каждый участник соберёт практический мини-модуль с активностями и обратной связью.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Тайминг занятия (180 минут)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2865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Время</a:t>
                      </a:r>
                    </a:p>
                  </a:txBody>
                  <a:tcPr>
                    <a:solidFill>
                      <a:srgbClr val="19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Этап занятия</a:t>
                      </a:r>
                    </a:p>
                  </a:txBody>
                  <a:tcPr>
                    <a:solidFill>
                      <a:srgbClr val="195F4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0-15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Вводная часть и критерии результата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15-55 мин</a:t>
                      </a:r>
                    </a:p>
                  </a:txBody>
                  <a:tcPr>
                    <a:solidFill>
                      <a:srgbClr val="E4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Практика 1: Конструктор тестов и банк вопросов</a:t>
                      </a:r>
                    </a:p>
                  </a:txBody>
                  <a:tcPr>
                    <a:solidFill>
                      <a:srgbClr val="E4F2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55-95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Практика 2: H5P и интерактивный контент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95-105 мин</a:t>
                      </a:r>
                    </a:p>
                  </a:txBody>
                  <a:tcPr>
                    <a:solidFill>
                      <a:srgbClr val="E4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Перерыв</a:t>
                      </a:r>
                    </a:p>
                  </a:txBody>
                  <a:tcPr>
                    <a:solidFill>
                      <a:srgbClr val="E4F2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105-145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Практика 3: Форум, коммуникация и peer-feedback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145-170 мин</a:t>
                      </a:r>
                    </a:p>
                  </a:txBody>
                  <a:tcPr>
                    <a:solidFill>
                      <a:srgbClr val="E4F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Практика 4: Геймификация (бейджи, условия, мотивация)</a:t>
                      </a:r>
                    </a:p>
                  </a:txBody>
                  <a:tcPr>
                    <a:solidFill>
                      <a:srgbClr val="E4F2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170-180 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Итоговый мини-проект и демонстрация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Ожидаемый результат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Настроен тест с разными типами вопросов и ограничениями.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Добавлен минимум 1 H5P-элемент в курс.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Запущена коммуникационная активность (форум с правилами оценки).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Добавлены элементы геймификации и логика выдачи бейджей.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Практика 1: Тесты и банк вопросов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Создайте категорию в банке вопросов по теме урока.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Добавьте 8-10 вопросов разных типов: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множественный выбор, верно/неверно, сопоставление, короткий ответ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Соберите тест из категорий и включите случайный выбор вопросов.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Настройте параметры: ограничение по времени, число попыток, показ результатов.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Практика 2: H5P-интерактив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Добавьте элемент H5P (Interactive Video или Course Presentation).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Вставьте интерактивные контрольные точки/вопросы внутри контента.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Задайте условие завершения H5P-активности.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Проверьте отображение результатов в журнале оценок.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Практика 3: Форум и peer-feedback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Создайте форум с темой обсуждения по учебному кейсу.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Настройте критерии качественного ответа (структура, аргументация, ссылки).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Включите требование: минимум 1 пост и 2 комментария.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Добавьте краткую rubric-инструкцию для взаимной обратной связи.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Практика 4: Геймификация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Создайте 2 бейджа: "Старт" и "Эксперт".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Свяжите выдачу бейджей с выполнением активностей и баллами.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Настройте условный доступ к бонусному материалу через достижения.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Проверьте сценарий мотивации от имени тестового студента.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Итоговый мини-проект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Соберите учебный блок из 5-7 элементов:</a:t>
            </a:r>
          </a:p>
          <a:p>
            <a:pPr lvl="1">
              <a:defRPr sz="1800">
                <a:solidFill>
                  <a:srgbClr val="212121"/>
                </a:solidFill>
                <a:latin typeface="Calibri"/>
              </a:defRPr>
            </a:pPr>
            <a:r>
              <a:t>тест + H5P + форум + бейджи/условия доступа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Продемонстрируйте путь студента от входа до получения достижения.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Покажите данные по активности и объясните, как будете поддерживать вовлечённость.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Критерии оценки выполнения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Техническая корректность настроек Moodle.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Методическая логика последовательности активностей.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Прозрачность критериев и обратной связи.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Наличие мотивационных элементов и понятных правил прохождения.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Типовые ошибки и как их избежать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Слишком сложный тест без банка категорий -&gt; используйте модульную структуру.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H5P без условия завершения -&gt; прогресс не фиксируется.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Форум без критериев -&gt; снижается качество ответов.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Бейджи без ценности -&gt; привязывайте их к реальным достижениям.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300" b="1">
                <a:solidFill>
                  <a:srgbClr val="195F46"/>
                </a:solidFill>
                <a:latin typeface="Calibri"/>
              </a:defRPr>
            </a:pPr>
            <a:r>
              <a:t>Домашняя отработка (опционально)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Добавить второй H5P-формат и сравнить вовлечённость.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Собрать микроаналитику по форуму (кто и как часто отвечает).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Доработать геймификацию под свой предмет.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