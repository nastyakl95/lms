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Презентация 2 (подробная)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Сформировано автоматически из markdown-структуры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Тема 2. Современные тенденции в EdTech. Анализ существующих платформ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Содержимое раздела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Формат и длительность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Общая длительность: 160 минут</a:t>
            </a:r>
          </a:p>
          <a:p>
            <a:pPr/>
            <a:r>
              <a:t>Структура: 4 блока по 40 минут</a:t>
            </a:r>
          </a:p>
          <a:p>
            <a:pPr/>
            <a:r>
              <a:t>Целевая аудитория: преподаватели, методисты, менеджеры образовательных проектов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Цели занятия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Разобрать ключевые тренды EdTech и их педагогическую ценность.</a:t>
            </a:r>
          </a:p>
          <a:p>
            <a:pPr/>
            <a:r>
              <a:t>Научить анализировать LMS и конструкторы курсов по единым критериям.</a:t>
            </a:r>
          </a:p>
          <a:p>
            <a:pPr/>
            <a:r>
              <a:t>Сформировать практический подход к выбору платформы под задачи курса.</a:t>
            </a:r>
          </a:p>
          <a:p>
            <a:pPr/>
            <a:r>
              <a:t>Подготовить проектное решение: «платформа + архитектура курса + метрики».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Ожидаемые результаты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Участник понимает, какие тренды EdTech дают реальный эффект, а какие являются «шумом».</a:t>
            </a:r>
          </a:p>
          <a:p>
            <a:pPr/>
            <a:r>
              <a:t>Участник владеет сравнительной матрицей платформ.</a:t>
            </a:r>
          </a:p>
          <a:p>
            <a:pPr/>
            <a:r>
              <a:t>Участник умеет аргументированно выбирать LMS/конструктор для конкретного сценария.</a:t>
            </a:r>
          </a:p>
          <a:p>
            <a:pPr/>
            <a:r>
              <a:t>Участник может собрать тестовый макет курса и критерии его оценки.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Блок 1 (40 минут): Тренды EdTech и их практическая ценность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Содержимое раздела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Цель блока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Выделить актуальные направления развития EdTech и связать их с учебными результатами.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Рекомендуемая структура слайдов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Карта EdTech-рынка: направления, игроки, сегменты.</a:t>
            </a:r>
          </a:p>
          <a:p>
            <a:pPr/>
            <a:r>
              <a:t>Искусственный интеллект в образовании: персонализация, генерация контента, аналитика.</a:t>
            </a:r>
          </a:p>
          <a:p>
            <a:pPr/>
            <a:r>
              <a:t>Адаптивное обучение: принципы и границы применимости.</a:t>
            </a:r>
          </a:p>
          <a:p>
            <a:pPr/>
            <a:r>
              <a:t>Геймификация: механики и влияние на мотивацию.</a:t>
            </a:r>
          </a:p>
          <a:p>
            <a:pPr/>
            <a:r>
              <a:t>Микрообучение, мобильное обучение, learning analytics.</a:t>
            </a:r>
          </a:p>
          <a:p>
            <a:pPr/>
            <a:r>
              <a:t>Риски трендов: перегрузка инструментами, этика ИИ, приватность.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Поминутный сценарий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0-8 мин: обзор трендов и понятий.</a:t>
            </a:r>
          </a:p>
          <a:p>
            <a:pPr/>
            <a:r>
              <a:t>8-20 мин: глубокий разбор ИИ и адаптивного обучения.</a:t>
            </a:r>
          </a:p>
          <a:p>
            <a:pPr/>
            <a:r>
              <a:t>20-30 мин: геймификация и микрообучение на кейсах.</a:t>
            </a:r>
          </a:p>
          <a:p>
            <a:pPr/>
            <a:r>
              <a:t>30-37 мин: обсуждение «что из этого применимо в вашем курсе».</a:t>
            </a:r>
          </a:p>
          <a:p>
            <a:pPr/>
            <a:r>
              <a:t>37-40 мин: фиксация выводов.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Активность участников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Карточное упражнение: распределить 8 EdTech-инструментов по педагогической ценности и риску внедрения.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Блок 2 (40 минут): LMS-платформы — сравнительный анализ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Содержимое раздела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Цель блока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Сформировать основу для осознанного выбора LMS под контекст организации и курса.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Рекомендуемая структура слайдов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Зачем LMS: управление обучением, контроль прогресса, коммуникация.</a:t>
            </a:r>
          </a:p>
          <a:p>
            <a:pPr/>
            <a:r>
              <a:t>Сравнение Moodle, Canvas, Blackboard, Stepik, ЯКласс.</a:t>
            </a:r>
          </a:p>
          <a:p>
            <a:pPr/>
            <a:r>
              <a:t>Критерии выбора:</a:t>
            </a:r>
          </a:p>
          <a:p>
            <a:pPr lvl="1"/>
            <a:r>
              <a:t>функциональность,</a:t>
            </a:r>
          </a:p>
          <a:p>
            <a:pPr lvl="1"/>
            <a:r>
              <a:t>удобство для преподавателя и студента,</a:t>
            </a:r>
          </a:p>
          <a:p>
            <a:pPr lvl="1"/>
            <a:r>
              <a:t>аналитика и отчетность,</a:t>
            </a:r>
          </a:p>
          <a:p>
            <a:pPr lvl="1"/>
            <a:r>
              <a:t>интеграции,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Рекомендуемая структура слайдов (продолжение)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стоимость владения,</a:t>
            </a:r>
          </a:p>
          <a:p>
            <a:pPr lvl="1"/>
            <a:r>
              <a:t>требования к ИБ и персональным данным.</a:t>
            </a:r>
          </a:p>
          <a:p>
            <a:pPr/>
            <a:r>
              <a:t>Типовые сценарии выбора LMS для школы/СПО/вуза/корпоративного обучения.</a:t>
            </a:r>
          </a:p>
          <a:p>
            <a:pPr/>
            <a:r>
              <a:t>Матрица принятия решения (веса критериев + итоговый балл).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Поминутный сценарий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0-10 мин: модель критериев.</a:t>
            </a:r>
          </a:p>
          <a:p>
            <a:pPr/>
            <a:r>
              <a:t>10-22 мин: обзор платформ и отличий.</a:t>
            </a:r>
          </a:p>
          <a:p>
            <a:pPr/>
            <a:r>
              <a:t>22-32 мин: демонстрация матрицы выбора.</a:t>
            </a:r>
          </a:p>
          <a:p>
            <a:pPr/>
            <a:r>
              <a:t>32-38 мин: мини-группы оценивают LMS по кейсам.</a:t>
            </a:r>
          </a:p>
          <a:p>
            <a:pPr/>
            <a:r>
              <a:t>38-40 мин: краткая защита выбора.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Практика внутри блока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Кейс: «Нужно запустить blended-курс на 500 обучающихся с промежуточным тестированием и отчетностью».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Блок 3 (40 минут): Конструкторы курсов и прототипирование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Содержимое раздела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Цель блока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Показать возможности iSpring и Articulate 360 для быстрой разработки интерактивного контента.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Рекомендуемая структура слайдов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Роль конструктора в жизненном цикле курса.</a:t>
            </a:r>
          </a:p>
          <a:p>
            <a:pPr/>
            <a:r>
              <a:t>iSpring: сильные стороны, типовые сценарии.</a:t>
            </a:r>
          </a:p>
          <a:p>
            <a:pPr/>
            <a:r>
              <a:t>Articulate 360: сильные стороны, типовые сценарии.</a:t>
            </a:r>
          </a:p>
          <a:p>
            <a:pPr/>
            <a:r>
              <a:t>SCORM/xAPI-публикация и интеграция в LMS.</a:t>
            </a:r>
          </a:p>
          <a:p>
            <a:pPr/>
            <a:r>
              <a:t>Методика «быстрого прототипа» (MVP курса за 1-2 итерации).</a:t>
            </a:r>
          </a:p>
          <a:p>
            <a:pPr/>
            <a:r>
              <a:t>Ошибки при проектировании интерактивных модулей.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Поминутный сценарий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0-10 мин: ввод в инструменты и сценарии применения.</a:t>
            </a:r>
          </a:p>
          <a:p>
            <a:pPr/>
            <a:r>
              <a:t>10-20 мин: сравнение iSpring и Articulate 360.</a:t>
            </a:r>
          </a:p>
          <a:p>
            <a:pPr/>
            <a:r>
              <a:t>20-32 мин: проектирование структуры тестового курса.</a:t>
            </a:r>
          </a:p>
          <a:p>
            <a:pPr/>
            <a:r>
              <a:t>32-38 мин: чек-лист качества прототипа.</a:t>
            </a:r>
          </a:p>
          <a:p>
            <a:pPr/>
            <a:r>
              <a:t>38-40 мин: вопросы и фиксация решений.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Практика внутри блока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Упражнение: спроектировать 1 модуль (цель, контент, интерактив, контроль) и выбрать инструмент разработки.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Блок 4 (40 минут): Практикум и защита решения «платформа + курс»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Содержимое раздела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Цель блока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Закрепить материал через мини-проект с конкретным обоснованием технологического стека.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Рекомендуемая структура слайдов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Шаблон мини-проекта: аудитория, цель, формат, технология, оценивание.</a:t>
            </a:r>
          </a:p>
          <a:p>
            <a:pPr/>
            <a:r>
              <a:t>Пример решения для курса с разнородной аудиторией.</a:t>
            </a:r>
          </a:p>
          <a:p>
            <a:pPr/>
            <a:r>
              <a:t>KPI курса: вовлеченность, завершение, результаты оценки, NPS.</a:t>
            </a:r>
          </a:p>
          <a:p>
            <a:pPr/>
            <a:r>
              <a:t>План внедрения: пилот, масштабирование, поддержка.</a:t>
            </a:r>
          </a:p>
          <a:p>
            <a:pPr/>
            <a:r>
              <a:t>Риски внедрения и меры снижения.</a:t>
            </a:r>
          </a:p>
          <a:p>
            <a:pPr/>
            <a:r>
              <a:t>Финальный чек-лист готовности.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Поминутный сценарий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0-8 мин: постановка задания и критерии оценки.</a:t>
            </a:r>
          </a:p>
          <a:p>
            <a:pPr/>
            <a:r>
              <a:t>8-25 мин: работа команд над мини-проектом.</a:t>
            </a:r>
          </a:p>
          <a:p>
            <a:pPr/>
            <a:r>
              <a:t>25-35 мин: презентация решений команд.</a:t>
            </a:r>
          </a:p>
          <a:p>
            <a:pPr/>
            <a:r>
              <a:t>35-40 мин: обратная связь и итоговый разбор.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Итоговое задание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Представить проект в формате:</a:t>
            </a:r>
          </a:p>
          <a:p>
            <a:pPr lvl="1"/>
            <a:r>
              <a:t>целевая аудитория и образовательная задача,</a:t>
            </a:r>
          </a:p>
          <a:p>
            <a:pPr lvl="1"/>
            <a:r>
              <a:t>выбранная LMS и/или конструктор,</a:t>
            </a:r>
          </a:p>
          <a:p>
            <a:pPr lvl="1"/>
            <a:r>
              <a:t>архитектура курса (модули, активности, оценка),</a:t>
            </a:r>
          </a:p>
          <a:p>
            <a:pPr lvl="1"/>
            <a:r>
              <a:t>план запуска и метрики эффективности.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Материалы к презентации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Раздатка 1: матрица сравнения LMS.</a:t>
            </a:r>
          </a:p>
          <a:p>
            <a:pPr/>
            <a:r>
              <a:t>Раздатка 2: матрица сравнения конструкторов курсов.</a:t>
            </a:r>
          </a:p>
          <a:p>
            <a:pPr/>
            <a:r>
              <a:t>Раздатка 3: шаблон мини-проекта «платформа + курс».</a:t>
            </a:r>
          </a:p>
          <a:p>
            <a:pPr/>
            <a:r>
              <a:t>Раздатка 4: чек-лист запуска пилота.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Критерии оценивания работы слушателей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Логичность выбора платформы под задачу.</a:t>
            </a:r>
          </a:p>
          <a:p>
            <a:pPr/>
            <a:r>
              <a:t>Полнота проектирования структуры курса.</a:t>
            </a:r>
          </a:p>
          <a:p>
            <a:pPr/>
            <a:r>
              <a:t>Реалистичность плана внедрения.</a:t>
            </a:r>
          </a:p>
          <a:p>
            <a:pPr/>
            <a:r>
              <a:t>Прозрачность метрик оценки эффективности.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