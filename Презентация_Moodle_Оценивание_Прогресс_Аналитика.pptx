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 b="1">
                <a:solidFill>
                  <a:srgbClr val="1F4E79"/>
                </a:solidFill>
                <a:latin typeface="Calibri"/>
              </a:defRPr>
            </a:pPr>
            <a:r>
              <a:t>Moodle: оценивание, прогресс и аналитика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  <a:latin typeface="Calibri"/>
              </a:defRPr>
            </a:pPr>
            <a:r>
              <a:t>Практическое занятие на 3 часа</a:t>
            </a:r>
          </a:p>
          <a:p>
            <a:r>
              <a:t>Формат: демонстрация + самостоятельная отработка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Цель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Собрать мини-курс с прозрачной системой оценивания и контроля прогресса.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Освоить 5 практических блоков: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1) Журнал оценок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2) Рубрики и проверка заданий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3) Отслеживание завершения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4) Условия доступа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5) Отчёты и аналитика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Тайминг занятия (180 минут)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2865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Время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Активность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0-15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Вводная часть, цели и критерии результата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15-50 мин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1: Журнал оценок и весовые коэффициенты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50-85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2: Рубрики и оценивание заданий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85-95 мин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Перерыв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95-135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3: Completion tracking + условия доступа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135-165 мин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4: Отчёты и аналитика курса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165-180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Итоговый мини-проект и защита результатов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Подготовка перед стартом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Создать тестовый курс в роли Преподавателя.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Подготовить 2-3 тестовых студентов.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Загрузить материалы: PDF, видео, ссылка.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Проверить включение completion tracking в настройках сайта/курса.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Практика 1: Журнал оценок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Создайте категории: Тесты / Практика / Проект.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Назначьте веса: 40% / 30% / 30%.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Добавьте пользовательскую шкалу: Не сдал / Доработать / Зачёт.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Проверьте корректный расчёт итоговой оценки для 2 тестовых студентов.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Критерий успеха (Практика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Итоговая оценка рассчитывается автоматически.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Все активности распределены по категориям.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Шкала доступна при оценивании и отображается в журнале.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Практика 2: Рубрики и обратная связь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Создайте задание с дедлайном и типом сдачи (файл/текст).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Выберите метод оценивания: Рубрика.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Добавьте 3-4 критерия с уровнями и баллами.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Оцените 1 тестовую работу и оставьте комментарий студенту.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Пример критериев рубрики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Содержательность ответа (0-4 балла)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Структура и логика (0-3 балла)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Соблюдение требований задания (0-2 балла)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Срок сдачи (0-1 балл)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Практика 3: Прогресс и условия доступа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Включите отслеживание завершения для всех ключевых элементов.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Настройте условие: Тема 2 открывается после 60% за Тест 1.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Постройте цепочку из 3 элементов: Материал -&gt; Тест -&gt; Задание.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Проверьте сценарий от имени тестового студента.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Практика 4: Отчёты и аналитика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Откройте отчёты активности и completion report.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Сформируйте 3 списка студентов: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1) не заходили 7+ дней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2) не сдали задание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3) отстают по прогрессу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Подготовьте действие: кому отправить сообщение и какой следующий шаг.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Итоговый мини-проект (15 минут)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Соберите мини-курс из 5-6 элементов.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Обязательные элементы: тест, задание с рубрикой, условия доступа, completion.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Продемонстрируйте корректную работу журнала оценок.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Покажите 1 отчёт и объясните управленческое решение по нему.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Чек-лист преподавателя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Проверить, что у всех участников видны оценки и прогресс.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Дать быструю обратную связь по рубрикам.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Зафиксировать типовые ошибки и разобрать 2-3 примера.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Собрать итоговые файлы/скриншоты выполнения.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F4E79"/>
                </a:solidFill>
                <a:latin typeface="Calibri"/>
              </a:defRPr>
            </a:pPr>
            <a:r>
              <a:t>Домашняя отработка (по желанию)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Добавить в курс второй тест с адаптивной логикой.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Подготовить шаблон рубрики для командных заданий.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Сделать короткую инструкцию для студентов: как отслеживать свой прогресс.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