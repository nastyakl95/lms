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4400">
                <a:solidFill>
                  <a:srgbClr val="FFFFFF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FDBFE"/>
                </a:solidFill>
                <a:latin typeface="Calibri"/>
              </a:defRPr>
            </a:pPr>
            <a:r>
              <a:t>4 блока по 40 минут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303520"/>
            <a:ext cx="3840480" cy="3200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Детализированная учебная презентация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Тема 1. Основные понятия и классификация ЦОР. Нормативно-правовые аспекты разработки образовательного контента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Формат и длительность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Общая длительность: 160 минут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Структура: 4 блока по 40 минут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Целевая аудитория: преподаватели, методисты, разработчики учебного контента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Цели занятия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Сформировать единое понимание, что такое ЦОР и какие виды ЦОР применяются в обучении.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Научить выбирать формат ЦОР под дидактическую задачу.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Разобрать ключевые правовые и нормативные требования при разработке контента.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Подготовить участников к самостоятельной разработке фрагмента ЦОР с учетом требований качества и закона.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Ожидаемые результаты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различает типы ЦОР и их педагогические сценарии.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умеет соотносить тип ЦОР с учебной целью.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понимает риски нарушения авторских прав и персональных данных.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может использовать чек-лист соответствия ФГОС, СанПиН и требованиям доступности.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1 (40 минут): Базовые понятия и роль ЦОР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Выстроить понятийную основу и показать место ЦОР в современной образовательной среде.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Заголовок и цели занятия.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Что такое ЦОР: определение, границы понятия, примеры.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Почему ЦОР важны: качество обучения, персонализация, масштабируемость.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Эволюция ЦОР: от электронного учебника к адаптивным системам.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Ошибки в трактовке ЦОР (контент ≠ методика, цифровизация ≠ педагогический дизайн).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0-5 мин: ввод, цели, результаты.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5-15 мин: понятие ЦОР и роль в образовании.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15-25 мин: кейсы применения (школа, СПО, вуз, ДПО).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25-35 мин: мини-обсуждение «где ЦОР реально усиливают обучение».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35-40 мин: фиксация ключевых выводов.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Активность участников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Быстрый опрос: «Какие ЦОР используете чаще всего и почему?»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Мини-рефлексия: 2 сильные стороны и 1 ограничение используемого ЦОР.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2 (40 минут): Классификация ЦОР и критерии выбора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Освоить классификацию ЦОР и научиться подбирать тип ресурса под педагогическую задачу.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Классификация ЦОР по функции: объяснение, тренировка, контроль, проектная работа.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Интерактивные курсы: преимущества и ограничения.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Тренажеры и симуляторы: когда они эффективны.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Виртуальные лаборатории: требования к сценарию и обратной связи.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Тестирующие системы: валидность, надежность, типы заданий.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Форматы и стандарты: SCORM/xAPI, HTML5, видео, интерактивные объекты.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 (продолжение)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Матрица выбора ЦОР: цель → формат → метрики результата.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0-10 мин: обзор классификаций.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10-20 мин: сравнительный анализ типов ЦОР.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20-30 мин: работа с матрицей выбора (разбор 2-3 кейсов).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30-38 мин: групповая задача по подбору формата ЦОР.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38-40 мин: проверка решений и краткая обратная связь.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Практика внутри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Кейс: «Нужно сформировать навык безопасной работы с оборудованием» — выбрать тип ЦОР и обосновать.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3 (40 минут): Правовые аспекты и защита данных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Понять нормативные рамки и снизить риски юридических ошибок при разработке ЦОР.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Авторское право в образовательном контенте.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Лицензии: исключительная, неисключительная, открытые лицензии (включая Creative Commons).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Использование чужих материалов: цитирование, переработка, атрибуция.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Открытые образовательные ресурсы: правила корректного использования.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Персональные данные обучающихся: что можно и нельзя собирать/публиковать.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Типовые нарушения и их последствия.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 (продолжение)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Юридический чек-лист перед публикацией ЦОР.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0-12 мин: основы авторского права.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12-22 мин: лицензирование и работа с внешним контентом.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22-32 мин: персональные данные и безопасность.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32-38 мин: разбор типовых нарушений.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38-40 мин: итоги и вопросы.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Практика внутри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Упражнение: определить, можно ли использовать 3 заданных вида материалов (изображение, фрагмент текста, видео).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4 (40 минут): Нормативные требования и мини-проект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Закрепить знания через проектирование фрагмента ЦОР с учетом требований ФГОС, СанПиН и доступности.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Соответствие ФГОС: планируемые результаты, содержание, оценка.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СанПиН и гигиена цифровой среды (нагрузка, визуальная эргономика, темп).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Доступность для обучающихся с ОВЗ (контраст, субтитры, альтернативные форматы, навигация).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Критерии качества ЦОР: педагогика, UX, техническая устойчивость.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Шаблон проектирования: цель, сценарий, интерактив, контроль, аналитика.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Пример заполненного шаблона.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 (продолжение)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Чек-лист итоговой проверки.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0-10 мин: нормативные требования и доступность.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10-20 мин: критерии качества и шаблон разработки.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20-35 мин: мини-проект в парах/группах (эскиз 1 фрагмента ЦОР).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35-40 мин: защита решений и комментарии.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Итоговое задание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Разработать фрагмент ЦОР на 1 учебную цель: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цель и ожидаемый результат,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формат ЦОР и сценарий взаимодействия,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оценка результата,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проверка правовых и нормативных рисков.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Материалы к презентации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1: матрица выбора типа ЦОР.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2: юридический чек-лист (авторские права и лицензии).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3: чек-лист соответствия ФГОС/СанПиН/доступности.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4: шаблон мини-проекта.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Критерии оценивания работы слушателей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Корректность выбора формата ЦОР под задачу.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Соблюдение правовых требований.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Учет нормативов и доступности.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Логичность и реализуемость сценария обучения.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1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