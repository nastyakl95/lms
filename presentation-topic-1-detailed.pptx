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Презентация 1 (подробная)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Сформировано автоматически из markdown-структуры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Тема 1. Основные понятия и классификация ЦОР. Нормативно-правовые аспекты разработки образовательного контента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Содержимое раздела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Формат и длительность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Общая длительность: 160 минут</a:t>
            </a:r>
          </a:p>
          <a:p>
            <a:pPr/>
            <a:r>
              <a:t>Структура: 4 блока по 40 минут</a:t>
            </a:r>
          </a:p>
          <a:p>
            <a:pPr/>
            <a:r>
              <a:t>Целевая аудитория: преподаватели, методисты, разработчики учебного контента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Цели занятия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Сформировать единое понимание, что такое ЦОР и какие виды ЦОР применяются в обучении.</a:t>
            </a:r>
          </a:p>
          <a:p>
            <a:pPr/>
            <a:r>
              <a:t>Научить выбирать формат ЦОР под дидактическую задачу.</a:t>
            </a:r>
          </a:p>
          <a:p>
            <a:pPr/>
            <a:r>
              <a:t>Разобрать ключевые правовые и нормативные требования при разработке контента.</a:t>
            </a:r>
          </a:p>
          <a:p>
            <a:pPr/>
            <a:r>
              <a:t>Подготовить участников к самостоятельной разработке фрагмента ЦОР с учетом требований качества и закона.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Ожидаемые результаты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Участник различает типы ЦОР и их педагогические сценарии.</a:t>
            </a:r>
          </a:p>
          <a:p>
            <a:pPr/>
            <a:r>
              <a:t>Участник умеет соотносить тип ЦОР с учебной целью.</a:t>
            </a:r>
          </a:p>
          <a:p>
            <a:pPr/>
            <a:r>
              <a:t>Участник понимает риски нарушения авторских прав и персональных данных.</a:t>
            </a:r>
          </a:p>
          <a:p>
            <a:pPr/>
            <a:r>
              <a:t>Участник может использовать чек-лист соответствия ФГОС, СанПиН и требованиям доступности.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Блок 1 (40 минут): Базовые понятия и роль ЦОР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Содержимое раздела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Цель блока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Выстроить понятийную основу и показать место ЦОР в современной образовательной среде.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Рекомендуемая структура слайдов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Заголовок и цели занятия.</a:t>
            </a:r>
          </a:p>
          <a:p>
            <a:pPr/>
            <a:r>
              <a:t>Что такое ЦОР: определение, границы понятия, примеры.</a:t>
            </a:r>
          </a:p>
          <a:p>
            <a:pPr/>
            <a:r>
              <a:t>Почему ЦОР важны: качество обучения, персонализация, масштабируемость.</a:t>
            </a:r>
          </a:p>
          <a:p>
            <a:pPr/>
            <a:r>
              <a:t>Эволюция ЦОР: от электронного учебника к адаптивным системам.</a:t>
            </a:r>
          </a:p>
          <a:p>
            <a:pPr/>
            <a:r>
              <a:t>Ошибки в трактовке ЦОР (контент ≠ методика, цифровизация ≠ педагогический дизайн).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Поминутный сценарий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0-5 мин: ввод, цели, результаты.</a:t>
            </a:r>
          </a:p>
          <a:p>
            <a:pPr/>
            <a:r>
              <a:t>5-15 мин: понятие ЦОР и роль в образовании.</a:t>
            </a:r>
          </a:p>
          <a:p>
            <a:pPr/>
            <a:r>
              <a:t>15-25 мин: кейсы применения (школа, СПО, вуз, ДПО).</a:t>
            </a:r>
          </a:p>
          <a:p>
            <a:pPr/>
            <a:r>
              <a:t>25-35 мин: мини-обсуждение «где ЦОР реально усиливают обучение».</a:t>
            </a:r>
          </a:p>
          <a:p>
            <a:pPr/>
            <a:r>
              <a:t>35-40 мин: фиксация ключевых выводов.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Активность участников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Быстрый опрос: «Какие ЦОР используете чаще всего и почему?»</a:t>
            </a:r>
          </a:p>
          <a:p>
            <a:pPr/>
            <a:r>
              <a:t>Мини-рефлексия: 2 сильные стороны и 1 ограничение используемого ЦОР.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Блок 2 (40 минут): Классификация ЦОР и критерии выбора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Содержимое раздела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Цель блока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Освоить классификацию ЦОР и научиться подбирать тип ресурса под педагогическую задачу.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Рекомендуемая структура слайдов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Классификация ЦОР по функции: объяснение, тренировка, контроль, проектная работа.</a:t>
            </a:r>
          </a:p>
          <a:p>
            <a:pPr/>
            <a:r>
              <a:t>Интерактивные курсы: преимущества и ограничения.</a:t>
            </a:r>
          </a:p>
          <a:p>
            <a:pPr/>
            <a:r>
              <a:t>Тренажеры и симуляторы: когда они эффективны.</a:t>
            </a:r>
          </a:p>
          <a:p>
            <a:pPr/>
            <a:r>
              <a:t>Виртуальные лаборатории: требования к сценарию и обратной связи.</a:t>
            </a:r>
          </a:p>
          <a:p>
            <a:pPr/>
            <a:r>
              <a:t>Тестирующие системы: валидность, надежность, типы заданий.</a:t>
            </a:r>
          </a:p>
          <a:p>
            <a:pPr/>
            <a:r>
              <a:t>Форматы и стандарты: SCORM/xAPI, HTML5, видео, интерактивные объекты.</a:t>
            </a:r>
          </a:p>
          <a:p>
            <a:pPr/>
            <a:r>
              <a:t>Матрица выбора ЦОР: цель → формат → метрики результата.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Поминутный сценарий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0-10 мин: обзор классификаций.</a:t>
            </a:r>
          </a:p>
          <a:p>
            <a:pPr/>
            <a:r>
              <a:t>10-20 мин: сравнительный анализ типов ЦОР.</a:t>
            </a:r>
          </a:p>
          <a:p>
            <a:pPr/>
            <a:r>
              <a:t>20-30 мин: работа с матрицей выбора (разбор 2-3 кейсов).</a:t>
            </a:r>
          </a:p>
          <a:p>
            <a:pPr/>
            <a:r>
              <a:t>30-38 мин: групповая задача по подбору формата ЦОР.</a:t>
            </a:r>
          </a:p>
          <a:p>
            <a:pPr/>
            <a:r>
              <a:t>38-40 мин: проверка решений и краткая обратная связь.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Практика внутри блока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Кейс: «Нужно сформировать навык безопасной работы с оборудованием» — выбрать тип ЦОР и обосновать.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Блок 3 (40 минут): Правовые аспекты и защита данных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Содержимое раздела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Цель блока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Понять нормативные рамки и снизить риски юридических ошибок при разработке ЦОР.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Рекомендуемая структура слайдов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Авторское право в образовательном контенте.</a:t>
            </a:r>
          </a:p>
          <a:p>
            <a:pPr/>
            <a:r>
              <a:t>Лицензии: исключительная, неисключительная, открытые лицензии (включая Creative Commons).</a:t>
            </a:r>
          </a:p>
          <a:p>
            <a:pPr/>
            <a:r>
              <a:t>Использование чужих материалов: цитирование, переработка, атрибуция.</a:t>
            </a:r>
          </a:p>
          <a:p>
            <a:pPr/>
            <a:r>
              <a:t>Открытые образовательные ресурсы: правила корректного использования.</a:t>
            </a:r>
          </a:p>
          <a:p>
            <a:pPr/>
            <a:r>
              <a:t>Персональные данные обучающихся: что можно и нельзя собирать/публиковать.</a:t>
            </a:r>
          </a:p>
          <a:p>
            <a:pPr/>
            <a:r>
              <a:t>Типовые нарушения и их последствия.</a:t>
            </a:r>
          </a:p>
          <a:p>
            <a:pPr/>
            <a:r>
              <a:t>Юридический чек-лист перед публикацией ЦОР.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Поминутный сценарий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0-12 мин: основы авторского права.</a:t>
            </a:r>
          </a:p>
          <a:p>
            <a:pPr/>
            <a:r>
              <a:t>12-22 мин: лицензирование и работа с внешним контентом.</a:t>
            </a:r>
          </a:p>
          <a:p>
            <a:pPr/>
            <a:r>
              <a:t>22-32 мин: персональные данные и безопасность.</a:t>
            </a:r>
          </a:p>
          <a:p>
            <a:pPr/>
            <a:r>
              <a:t>32-38 мин: разбор типовых нарушений.</a:t>
            </a:r>
          </a:p>
          <a:p>
            <a:pPr/>
            <a:r>
              <a:t>38-40 мин: итоги и вопросы.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Практика внутри блока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Упражнение: определить, можно ли использовать 3 заданных вида материалов (изображение, фрагмент текста, видео).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Блок 4 (40 минут): Нормативные требования и мини-проект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Содержимое раздела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Цель блока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Закрепить знания через проектирование фрагмента ЦОР с учетом требований ФГОС, СанПиН и доступности.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Рекомендуемая структура слайдов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Соответствие ФГОС: планируемые результаты, содержание, оценка.</a:t>
            </a:r>
          </a:p>
          <a:p>
            <a:pPr/>
            <a:r>
              <a:t>СанПиН и гигиена цифровой среды (нагрузка, визуальная эргономика, темп).</a:t>
            </a:r>
          </a:p>
          <a:p>
            <a:pPr/>
            <a:r>
              <a:t>Доступность для обучающихся с ОВЗ (контраст, субтитры, альтернативные форматы, навигация).</a:t>
            </a:r>
          </a:p>
          <a:p>
            <a:pPr/>
            <a:r>
              <a:t>Критерии качества ЦОР: педагогика, UX, техническая устойчивость.</a:t>
            </a:r>
          </a:p>
          <a:p>
            <a:pPr/>
            <a:r>
              <a:t>Шаблон проектирования: цель, сценарий, интерактив, контроль, аналитика.</a:t>
            </a:r>
          </a:p>
          <a:p>
            <a:pPr/>
            <a:r>
              <a:t>Пример заполненного шаблона.</a:t>
            </a:r>
          </a:p>
          <a:p>
            <a:pPr/>
            <a:r>
              <a:t>Чек-лист итоговой проверки.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Поминутный сценарий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0-10 мин: нормативные требования и доступность.</a:t>
            </a:r>
          </a:p>
          <a:p>
            <a:pPr/>
            <a:r>
              <a:t>10-20 мин: критерии качества и шаблон разработки.</a:t>
            </a:r>
          </a:p>
          <a:p>
            <a:pPr/>
            <a:r>
              <a:t>20-35 мин: мини-проект в парах/группах (эскиз 1 фрагмента ЦОР).</a:t>
            </a:r>
          </a:p>
          <a:p>
            <a:pPr/>
            <a:r>
              <a:t>35-40 мин: защита решений и комментарии.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Итоговое задание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Разработать фрагмент ЦОР на 1 учебную цель:</a:t>
            </a:r>
          </a:p>
          <a:p>
            <a:pPr lvl="1"/>
            <a:r>
              <a:t>цель и ожидаемый результат,</a:t>
            </a:r>
          </a:p>
          <a:p>
            <a:pPr lvl="1"/>
            <a:r>
              <a:t>формат ЦОР и сценарий взаимодействия,</a:t>
            </a:r>
          </a:p>
          <a:p>
            <a:pPr lvl="1"/>
            <a:r>
              <a:t>оценка результата,</a:t>
            </a:r>
          </a:p>
          <a:p>
            <a:pPr lvl="1"/>
            <a:r>
              <a:t>проверка правовых и нормативных рисков.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Материалы к презентации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Раздатка 1: матрица выбора типа ЦОР.</a:t>
            </a:r>
          </a:p>
          <a:p>
            <a:pPr/>
            <a:r>
              <a:t>Раздатка 2: юридический чек-лист (авторские права и лицензии).</a:t>
            </a:r>
          </a:p>
          <a:p>
            <a:pPr/>
            <a:r>
              <a:t>Раздатка 3: чек-лист соответствия ФГОС/СанПиН/доступности.</a:t>
            </a:r>
          </a:p>
          <a:p>
            <a:pPr/>
            <a:r>
              <a:t>Раздатка 4: шаблон мини-проекта.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Критерии оценивания работы слушателей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Корректность выбора формата ЦОР под задачу.</a:t>
            </a:r>
          </a:p>
          <a:p>
            <a:pPr/>
            <a:r>
              <a:t>Соблюдение правовых требований.</a:t>
            </a:r>
          </a:p>
          <a:p>
            <a:pPr/>
            <a:r>
              <a:t>Учет нормативов и доступности.</a:t>
            </a:r>
          </a:p>
          <a:p>
            <a:pPr/>
            <a:r>
              <a:t>Логичность и реализуемость сценария обучения.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