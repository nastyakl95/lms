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Кейс «Лаборатория без риска»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Онлайн-задание на 30 минут</a:t>
            </a:r>
          </a:p>
          <a:p>
            <a:r>
              <a:t>Темы 1 и 2. Работа в парах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Ситуация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Через 2 недели стартует онлайн-модуль для 120 студентов 1 курса.</a:t>
            </a:r>
          </a:p>
          <a:p>
            <a:pPr/>
            <a:r>
              <a:t>Тема модуля: безопасная работа в учебной лаборатории.</a:t>
            </a:r>
          </a:p>
          <a:p>
            <a:pPr/>
            <a:r>
              <a:t>К очной практике допускают только после успешного прохождения.</a:t>
            </a:r>
          </a:p>
          <a:p>
            <a:pPr/>
            <a:r>
              <a:t>В группе смешанный уровень, 8 студентов с нарушениями зрения или слуха.</a:t>
            </a:r>
          </a:p>
          <a:p>
            <a:pPr/>
            <a:r>
              <a:t>Курс закрытый, в открытый доступ его выкладывать не будут.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уже есть у методиста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Скан главы учебника. Договора на размещение в курсе нет.</a:t>
            </a:r>
          </a:p>
          <a:p>
            <a:pPr/>
            <a:r>
              <a:t>12 фото с личного сайта другого преподавателя. Лицензия не указана.</a:t>
            </a:r>
          </a:p>
          <a:p>
            <a:pPr/>
            <a:r>
              <a:t>Короткое видео с лицензией CC BY, автор указан.</a:t>
            </a:r>
          </a:p>
          <a:p>
            <a:pPr/>
            <a:r>
              <a:t>Список студентов: ФИО, группа, почта. Предлагают открытый рейтинг ошибок.</a:t>
            </a:r>
          </a:p>
          <a:p>
            <a:pPr/>
            <a:r>
              <a:t>Идея коллеги: нейросеть, бейджи, таблица лидеров, Stepik или Moodle.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Ограничения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До старта две недели.</a:t>
            </a:r>
          </a:p>
          <a:p>
            <a:pPr/>
            <a:r>
              <a:t>В организации уже есть Moodle.</a:t>
            </a:r>
          </a:p>
          <a:p>
            <a:pPr/>
            <a:r>
              <a:t>iSpring и Articulate 360 не куплены.</a:t>
            </a:r>
          </a:p>
          <a:p>
            <a:pPr/>
            <a:r>
              <a:t>Нужен отчет: кто завершил модуль и кто допущен к практике.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Задание паре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Выберите основной и дополнительный тип ЦОР и учебную цель.</a:t>
            </a:r>
          </a:p>
          <a:p>
            <a:pPr/>
            <a:r>
              <a:t>2. По каждому материалу решите: использовать, не использовать или использовать с условием.</a:t>
            </a:r>
          </a:p>
          <a:p>
            <a:pPr/>
            <a:r>
              <a:t>3. Выберите LMS, решите вопрос с конструктором и одной тенденцией EdTech.</a:t>
            </a:r>
          </a:p>
          <a:p>
            <a:pPr/>
            <a:r>
              <a:t>4. Назовите два наблюдаемых показателя на первый месяц.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30 минут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0–4 мин. Прочитать кейс и разделить пункты.</a:t>
            </a:r>
          </a:p>
          <a:p>
            <a:pPr/>
            <a:r>
              <a:t>4–12 мин. Тип ЦОР.</a:t>
            </a:r>
          </a:p>
          <a:p>
            <a:pPr/>
            <a:r>
              <a:t>12–20 мин. Материалы, персональные данные, доступность.</a:t>
            </a:r>
          </a:p>
          <a:p>
            <a:pPr/>
            <a:r>
              <a:t>20–26 мин. Платформа, тенденция, показатели.</a:t>
            </a:r>
          </a:p>
          <a:p>
            <a:pPr/>
            <a:r>
              <a:t>26–30 мин. Отправить шаблон ответа в чат.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Шаблон ответа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ЦОР: основной, дополнительный, почему.</a:t>
            </a:r>
          </a:p>
          <a:p>
            <a:pPr/>
            <a:r>
              <a:t>2. Учебник, фото, видео CC BY, рейтинг с ФИО, доступность.</a:t>
            </a:r>
          </a:p>
          <a:p>
            <a:pPr/>
            <a:r>
              <a:t>3. Платформа, конструктор, что применяем и что откладываем.</a:t>
            </a:r>
          </a:p>
          <a:p>
            <a:pPr/>
            <a:r>
              <a:t>4. Два показателя, которые можно проверить.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