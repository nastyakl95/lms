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МОДУЛЬ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371600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97280"/>
            <a:ext cx="1060704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Основы проектирования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информационных систем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98755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От обследования предметной области до диаграмм BPMN и UML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Лекции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3" y="4160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Обследование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1605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BPMN и UML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Calibri"/>
                <a:cs typeface="Calibri"/>
                <a:ea typeface="Calibri"/>
              </a:rPr>
              <a:t>Расширенный вариант  ·  модуль 52 академических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02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Увидеть жизненный цикл системы целиком, а не только экран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07008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Различить функциональный и объектный подходы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Выделить процессы, которые стоит автоматизировать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Собрать базовые диаграммы BPMN и UML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значит спроектировать систему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03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170432"/>
            <a:ext cx="1124712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Проект — это согласованная модель будущей системы, по которой можно принимать решения до написания кода.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73936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" y="2009851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73936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Цели и границы: что входит в систему, а что нет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21254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" y="295716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21254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Пользователи и роли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68572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" y="39044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8572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Данные и бизнес-процессы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615891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" y="485180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15891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Функции и требования к качеству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563209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" y="579912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63209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Архитектурные решения и ограничения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Жизненный цикл информационной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04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374865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Инициация и обследование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990779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990779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131205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990779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Сбор и анализ требований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47118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747118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288754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2747118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Проектирование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03458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03458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3643883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503458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Реализация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259797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259797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4400223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259797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Тестирование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016137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5016137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656" y="515656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016137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Внедрение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772476"/>
            <a:ext cx="11356848" cy="6466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772476"/>
            <a:ext cx="91440" cy="64661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6656" y="591290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772476"/>
            <a:ext cx="9601200" cy="646611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Сопровождение и развитие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Какую модель цикла выбрать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05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Каскад: этапы понятны, но поворот дорогой, если требования уже изменились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07008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Итерации: система улучшается циклами и каждый цикл дает рабочий кусок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Спираль: в центре внимания риски и проверка самых опасных гипотез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Гибкие подходы: короткие поставки и быстрая обратная связь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Два подхода к проектированию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06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690372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256032" bIns="18288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Функциональный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Смотрим на функции и процессы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Делим работу на входы и выходы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Описываем регламент исполнения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Ищем узкие места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Инструменты: схемы, BPMN, матрица ролей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207008"/>
            <a:ext cx="6903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207008"/>
            <a:ext cx="434340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182880" b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ОБЪЕКТНЫЙ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Смотрим на сущности предметной области: объекты, атрибуты, методы, состояния и связи. Инструмент — UML.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Системное проектирование связывает слои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07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3990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Бизнес-цели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31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03120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Процессы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35808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26440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35808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Данные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68496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1970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68496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Интерфейсы пользователей и внешних систем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01184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1297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4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Технологические ограничения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870448"/>
            <a:ext cx="11356848" cy="603504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36576" bIns="3657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Готовая модель непротиворечива: процесс, данные и экран рассказывают одну историю.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собрать на обследовании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08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Короткое описание предметной области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Участники и их роли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Как процесс идет сейчас (As-Is)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Где теряется время, возникают ошибки и дубли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Ограничения: сроки, люди, нормы, действующие системы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стоит автоматизировать в первую очередь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09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Операции, которые повторяются одинаково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Шаги, где цена ошибки высокая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Ручные согласования и перенос данных между людьми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Отчеты, которые долго собирают вручную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Решения, для которых уже есть понятные правила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BPMN: минимальный набор на диаграмме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10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170432"/>
            <a:ext cx="1124712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Диаграмма процесса отвечает на вопрос «кто что делает и в каком порядке».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73936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5216" y="2009851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73936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Участники: пулы и дорожки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21254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" y="295716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21254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События старта и завершения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68572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" y="39044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8572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Задачи и вложенные подпроцессы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615891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" y="485180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15891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Шлюзы: где процесс расходится и сходится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563209"/>
            <a:ext cx="11356848" cy="85587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" y="579912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63209"/>
            <a:ext cx="10424160" cy="855878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Потоки управления и сообщения между участниками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UML: с чего начать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11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690372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256032" bIns="18288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Диаграмма вариантов использования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Кто пользователь системы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Какую цель он закрывает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Какие сценарии критичны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Где проходит граница системы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•  Старт: 5–7 главных сценариев, не 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207008"/>
            <a:ext cx="6903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207008"/>
            <a:ext cx="434340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182880" b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EAD4"/>
                </a:solidFill>
                <a:latin typeface="Calibri"/>
                <a:cs typeface="Calibri"/>
                <a:ea typeface="Calibri"/>
              </a:rPr>
              <a:t>ДАЛЬШЕ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Sequence показывает порядок сообщений во времени. Activity показывает логику шагов и развилки. Детализируйте только то, что влияет на решение.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Где проекты обычно ломаются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12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Схемы не показаны тем, кто реально выполняет процесс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На старте нарисовано слишком много деталей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Один термин означает разное у разных участников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Забыли требования к скорости, надежности и безопасности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Красивая схема не связана с тем, что будут программировать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Практический цикл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13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Опишите выбранную предметную область и ее границы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Составьте список задач автоматизации и расставьте приоритет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Постройте BPMN текущего процесса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Постройте UML: варианты использования и Sequence или 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Хорошая модель узнается так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14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Ее понимает человек, который не рисовал диаграмму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 ней есть главные сценарии, включая отказ и исключение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В схемах нет взаимоисключающих шагов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Каждая диаграмма отвечает на требование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По модели уже можно ставить задачу на реализацию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Дополнительно 2 академических часа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15  / 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61872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7132320"/>
              </a:tblGrid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Этап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Мин.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  <a:ea typeface="Calibri"/>
                        </a:rPr>
                        <a:t>Что делаем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Проверка BPMN в ролях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20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Участник процесса ищет дыры в схеме «как есть»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Правка схем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45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BPMN и UML больше не противоречат друг другу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Связь с требованием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20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У схемы есть требование и критерий приемки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К защите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5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  <a:cs typeface="Calibri"/>
                          <a:ea typeface="Calibri"/>
                        </a:rPr>
                        <a:t>Одно решение: что автоматизировать первым и почему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53328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Эти 90 минут добавлены к базовому объему темы. В этом варианте модуль длится 52 академических часа.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Что должно быть готово за эти 90 минут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16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Список дыр, найденных при ролевой проверке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Исправленные BPMN и UML по одному процессу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Паспорт диаграммы: требование и критерий приемки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Формулировка решения для короткой защиты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ТЕМА 4   ·   ПРОЕКТИРОВАНИЕ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Самостоятельный мини-проект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17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Описание предметной области на одну-две страницы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Приоритетный список задач автоматизации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Комплект BPMN и UML по одному ключевому процессу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  <a:cs typeface="Calibri"/>
                <a:ea typeface="Calibri"/>
              </a:rPr>
              <a:t>Короткая защита: какое решение принято и почему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4. Проектирование информационных систем</dc:title>
  <dc:subject>Основы проектирования цифровых образовательных ресурсов</dc:subject>
  <dc:creator>Учебный комплект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Презентация к занятию</cp:category>
  <dc:language>ru-RU</dc:language>
</cp:coreProperties>
</file>