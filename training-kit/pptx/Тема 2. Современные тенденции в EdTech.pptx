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МОДУЛЬ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841248"/>
            <a:ext cx="1371600" cy="3200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097280"/>
            <a:ext cx="10607040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Современные тенденции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в EdTech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BD5E1"/>
                </a:solidFill>
                <a:latin typeface="Calibri"/>
                <a:cs typeface="Calibri"/>
                <a:ea typeface="Calibri"/>
              </a:rPr>
              <a:t>Как сравнивать платформы и конструкторы курсов, а не выбирать «самую известную»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605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Лекция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0863" y="416052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Сравнительный анализ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79" y="4160520"/>
            <a:ext cx="285750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Подготовка к практике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Calibri"/>
                <a:cs typeface="Calibri"/>
                <a:ea typeface="Calibri"/>
              </a:rPr>
              <a:t>Цель курса   ·   критерии   ·   пилот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Цели занятия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02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Назвать рабочие тренды EdTech и отделить их от лозунгов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07008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Сопоставить российские и зарубежные платформы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07008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Собрать критерии выбора LMS и конструктора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Подготовить сравнение для практического занятия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86200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сейчас меняет цифровое обучение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03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Адаптивные траектории вместо одного маршрута для всех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ИИ-помощники для черновиков, заданий и обратной связи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Короткие модули вместо длинных неделимых курсов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Аналитика обучения: где группа реально теряет тему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Совместная работа и обсуждение, а не только просмотр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Искусственный интеллект в курсе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04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207008"/>
            <a:ext cx="690372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19456" tIns="256032" bIns="18288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Где ИИ полезен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Черновик объяснения, который преподаватель правит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Несколько вариантов одного задания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Проверка типовых ответов с понятным ключом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Подсказка, какой теме стоит вернуться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Рекомендация следующего шага студенту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207008"/>
            <a:ext cx="690372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207008"/>
            <a:ext cx="4343400" cy="521208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56032" tIns="182880" b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ГРАНИЦА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ИИ не заменяет педагогический дизайн и решение преподавателя. Оценку, которая влияет на аттестацию, подтверждает человек.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Из чего состоит адаптивное обучение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05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Входная диагностика: что студент уже умеет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Ветвление: разный следующий шаг для разного результата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Сложность меняется по ходу, а не только между курсами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Короткая обратная связь сразу после ошибки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038344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5038344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5276088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038344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Преподаватель видит, почему система предложила этот путь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Геймификация, которая учит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06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3990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Прогресс показывает движение по навыку, а не только баллы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03120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31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03120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Знак отличия выдается за конкретное умение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035808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26440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035808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Командное задание требует вклада каждого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968496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1970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68496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Короткий кейс со сроком имитирует рабочее ограничение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901184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1297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901184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Миссия связана с реальной профессиональной задачей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5870448"/>
            <a:ext cx="11356848" cy="603504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36576" bIns="36576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Игра усиливает учебную цель. Если цель исчезла, осталась только оболочка.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Платформы: сильные стороны и цена выбора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07  / 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8912" y="1261872"/>
          <a:ext cx="1133856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480560"/>
              </a:tblGrid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Платформа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Сильные стороны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На что смотреть внимательно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Moodle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Гибкость, открытый код, большое сообщество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Нужны настройка и администратор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Canvas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Современный интерфейс и интеграции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Стоимость владения часто выше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Blackboard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Зрелые корпоративные функции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Внедрение может быть сложным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Stepik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Удобно собирать онлайн-курс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Меньше свободы классической LMS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ЯКласс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Готовые материалы, школьный фокус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Логика платформы задает рамку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053328"/>
            <a:ext cx="112471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Платформа хороша в конкретном курсе и команде. Универсального победителя нет.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Конструкторы курсов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08  /  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8912" y="1261872"/>
          <a:ext cx="1133856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8046720"/>
              </a:tblGrid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Инструмент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Когда он уместен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iSpring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Нужно быстро собрать курс из уже готовой презентации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Articulate 360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Нужны ветвления, диалоговые тренажеры и сценарии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H5P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Нужны легкие интерактивы прямо внутри LMS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941832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Canva и аналоги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Нужны наглядные схемы, карточки и визуальные конспекты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053328"/>
            <a:ext cx="112471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Критерий выбора: как быстро команда получает качество, понятное именно вашей аудитории.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Семь критериев сравнения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09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374865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Соответствие целям обучения, а не списку функций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990779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1990779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131205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1990779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Удобство и для преподавателя, и для студента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747118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747118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288754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2747118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Интеграции: LMS, вход в систему, видео, аналитика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503458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503458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3643883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3503458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Отчеты, по которым видно прогресс и трудные места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4259797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259797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4400223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259797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Стоимость запуска и поддержки, а не только лицензии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016137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5016137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656" y="515656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19" y="5016137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Надежность при росте числа курсов и пользователей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5772476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5772476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6656" y="591290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19" y="5772476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Безопасность и соответствие требованиям РФ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Право и этика при выборе сервиса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10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Понятно, где хранятся персональные данные и кто к ним допущен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Студенту объясняют, где в курсе используется 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Автоматическая оценка не становится единственным решением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Права на контент, созданный в платформе, зафиксированы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Сервис не противоречит локальным актам организации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 выбрать платформу без спешки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11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Записать цели курса и ограничения: люди, сроки, бюджет, нормы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Назначить вес каждому критерию до просмотра рекламы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Провести пилот на одном-двух модулях, а не на всем курсе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Собрать отзыв студентов и преподавателей по одним вопросам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038344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5038344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5276088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038344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Принять решение и составить короткий план внедрения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Задача для группы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12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207008"/>
            <a:ext cx="704088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329184" tIns="274320" bIns="2743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45309"/>
                </a:solidFill>
                <a:latin typeface="Calibri"/>
                <a:cs typeface="Calibri"/>
                <a:ea typeface="Calibri"/>
              </a:rPr>
              <a:t>СИТУАЦИЯ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Нужно запустить курс для вашей аудитории. Времени на «идеальную платформу» нет, но ошибка выбора будет дорогой.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207008"/>
            <a:ext cx="4206240" cy="521208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56032" tIns="219456" bIns="219456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ЗАДАНИЕ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1.  Возьмите 2 LMS и 1 конструктор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2.  Сравните их по семи критериям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3.  Обоснуйте выбор под конкретный курс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4.  Назовите риски, которые надо закрыть до старта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Выводы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13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554480"/>
            <a:ext cx="3675888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82880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Лучшая платформа — та, что тянет вашу методику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54480"/>
            <a:ext cx="3675888" cy="91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60" y="1554480"/>
            <a:ext cx="3675888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82880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Решают методика, готовность команды и поддержка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554480"/>
            <a:ext cx="3675888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554480"/>
            <a:ext cx="3675888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82880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Пилот полезнее самой убедительной презентации вендора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554480"/>
            <a:ext cx="3675888" cy="91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2   ·   EDTECH И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Самостоятельная работа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14  /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Сравните 3 платформы и 2 конструктора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Оцените их минимум по семи критериям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Сформулируйте итоговый выбор и три аргумента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Добавьте риски и меры, которыми эти риски снижаются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2. EdTech и платформы</dc:title>
  <dc:subject>Основы проектирования цифровых образовательных ресурсов</dc:subject>
  <dc:creator>Учебный комплект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Презентация к занятию</cp:category>
  <dc:language>ru-RU</dc:language>
</cp:coreProperties>
</file>