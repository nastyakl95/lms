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  <a:cs typeface="Calibri"/>
                <a:ea typeface="Calibri"/>
              </a:rPr>
              <a:t>МОДУЛЬ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41248"/>
            <a:ext cx="1371600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97280"/>
            <a:ext cx="1060704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Системы управления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обучением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98755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BD5E1"/>
                </a:solidFill>
                <a:latin typeface="Calibri"/>
                <a:cs typeface="Calibri"/>
                <a:ea typeface="Calibri"/>
              </a:rPr>
              <a:t>Собираем рабочий курс в Moodle: структура, роли, задания и проверка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60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Лекция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3" y="41605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Практика 1–3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4160520"/>
            <a:ext cx="17145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Мини-проект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  <a:cs typeface="Calibri"/>
                <a:ea typeface="Calibri"/>
              </a:rPr>
              <a:t>Структура   ·   роли   ·   оценивание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Цели занятия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02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Понять, за что отвечает LMS, а за что — преподаватель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07008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Собрать понятную структуру курса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07008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Настроить роли, доступ и правила оценивания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Довести тестовый курс до пилотного запуска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Что дает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03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690372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256032" bIns="18288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Среда, в которой живет курс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Материалы лежат в одном месте и в нужном порядке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Есть сроки, задания и единые правила сдачи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Обсуждение не теряется в личных переписках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Результаты видны по человеку и по группе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207008"/>
            <a:ext cx="6903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1207008"/>
            <a:ext cx="4343400" cy="5212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182880" bIns="18288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EAD4"/>
                </a:solidFill>
                <a:latin typeface="Calibri"/>
                <a:cs typeface="Calibri"/>
                <a:ea typeface="Calibri"/>
              </a:rPr>
              <a:t>ГЛАВНАЯ ЦЕННОСТЬ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Курс можно повторить с новой группой без сборки «с нуля» и без потери правил оценивания.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Архитектура курса в Moodle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04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Категория курсов — полка, на которой лежит программа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Курс — цельная учебная единица со своими целями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Разделы — темы или недели, по которым идет студент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Элементы — лекция, задание, тест, форум, файл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38344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038344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5276088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038344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Оценивание — журнал, критерии и условия завершения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Роли: кому что можно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05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39903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Администратор.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системные настройки площадки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03120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31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03120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Менеджер курса.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структура курса и состав участников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35808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26440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35808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Преподаватель.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материалы, проверка и обратная связь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968496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19709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68496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Студент.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изучение, сдача работ и обсуждение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901184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1297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01184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Гость.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только просмотр, и только если это включено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870448"/>
            <a:ext cx="11356848" cy="603504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36576" bIns="3657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Правило безопасности: выдавать минимальные права, которых хватает для работы.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Пять шагов до запуска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06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Создать курс и прямо на старте написать цели и результаты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Разбить содержание на короткие тематические модули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 каждый модуль добавить материал и действие студента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Поставить сроки и условия, при которых тема считается пройденной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38344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038344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5276088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038344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Пройти курс под учетной записью студента до публикации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Какой элемент для какой задачи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07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Страница или лекция.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объяснить теорию короткими шагами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Задание.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принять работу и дать развернутый комментарий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Тест.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проверить понимание и дать самопроверку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Форум.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организовать обсуждение или взаимную проверку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Глоссарий или база.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собирать общие примеры и термины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Как настроить тест, чтобы он учил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08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Вопросы разложены по темам, а не одной кучей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Студент получает случайную выборку из банка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Время ограничено и сказано заранее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79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Можно несколько попыток, и после каждой есть подсказка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59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Варианты ответов перемешиваются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Сложный вопрос не решает судьбу всей темы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Что можно подключить к Moodle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09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Видеосервисы для лекций и записей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Вебинары для синхронных встреч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Внешние интерактивы через LTI и H5P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Проверку заимствований в письменных работах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Корпоративный вход (SSO), чтобы не заводить лишние пароли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Какие данные смотреть каждую неделю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10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Кто перестал заходить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Где остановился прогресс по модулям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Какие вопросы теста проваливает вся группа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Есть ли живое обсуждение или только тишина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Чем динамика одного студента отличается от группы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Ошибки, из-за которых курс «не взлетает»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11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Первый модуль перегружен всеми файлами сразу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Критерии оценки спрятаны или написаны слишком общо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Много текста и почти нет действия студента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Непонятно, куда нажимать и что делать дальше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Работа сдана, а обратная связь приходит слишком поздно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Правовой минимум для курса в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12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Пользователь понимает, какие данные обрабатываются и зачем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Доступ к персональным данным разграничен по ролям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 курсе только те материалы, которые можно использовать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Оценки хранятся по регламенту организации, а не «как получится»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Сервер и резервные копии соответствуют требованиям ИБ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Мини-проект: тестовый курс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13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704088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329184" tIns="274320" bIns="27432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Calibri"/>
                <a:cs typeface="Calibri"/>
                <a:ea typeface="Calibri"/>
              </a:rPr>
              <a:t>СИТУАЦИЯ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Соберите курс, который можно отдать пилотной группе уже после этого цикла практических занятий.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07008"/>
            <a:ext cx="4206240" cy="5212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219456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EEAD4"/>
                </a:solidFill>
                <a:latin typeface="Calibri"/>
                <a:cs typeface="Calibri"/>
                <a:ea typeface="Calibri"/>
              </a:rPr>
              <a:t>ЗАДАНИЕ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1.  Три тематических раздела с понятными целями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2.  Тест: банк не меньше 15 вопросов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3.  Одно задание с критериями оценки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4.  Форум и условия завершения разделов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 чему принимаем тестовый курс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14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Структура читается без устных пояснений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Цель, активность и оценка связаны между собой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Журнал и критерии реально работают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Инструкция студенту написана простым языком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Контент опубликован правомерно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3   ·   LMS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Самостоятельная доработка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15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Добавьте развилку: разный шаг для разного результата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Упростите путь студента по замечаниям с пилота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Напишите короткий отчет: что изменили и зачем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3. LMS Moodle</dc:title>
  <dc:subject>Основы проектирования цифровых образовательных ресурсов</dc:subject>
  <dc:creator>Учебный комплект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Презентация к занятию</cp:category>
  <dc:language>ru-RU</dc:language>
</cp:coreProperties>
</file>