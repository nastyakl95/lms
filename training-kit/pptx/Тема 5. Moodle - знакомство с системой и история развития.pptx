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МОДУЛЬ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371600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97280"/>
            <a:ext cx="1060704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Moodle: знакомство</a:t>
            </a:r>
          </a:p>
          <a:p>
            <a:r>
              <a:t>с системой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98755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История платформы, ключевые возможности и базовые сценарии работы преподавателя и студента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60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r>
              <a:t>Лекция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3" y="4160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r>
              <a:t>Демонстрация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4160520"/>
            <a:ext cx="17145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r>
              <a:t>Практика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Расширенный вариант  ·  модуль 52 академических часа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02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01 | Понять, как появилась Moodle и почему она стала стандартом LMS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07008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02 | Разобрать интерфейс и базовые сущности системы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07008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03 | Увидеть путь преподавателя и путь студента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04 | Подготовить план первого учебного курса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Что такое Moodle сегодня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03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690372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256032" bIns="182880"/>
          <a:lstStyle/>
          <a:p>
            <a:r>
              <a:t>Открытая LMS-платформа</a:t>
            </a:r>
          </a:p>
          <a:p>
            <a:r>
              <a:t>•  Подходит школам, вузам и корпоративному обучению</a:t>
            </a:r>
          </a:p>
          <a:p>
            <a:r>
              <a:t>•  Поддерживает смешанный и полностью дистанционный формат</a:t>
            </a:r>
          </a:p>
          <a:p>
            <a:r>
              <a:t>•  Настраивается под методику и регламенты организации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207008"/>
            <a:ext cx="6903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207008"/>
            <a:ext cx="434340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182880" bIns="182880"/>
          <a:lstStyle/>
          <a:p>
            <a:r>
              <a:t>ГЛАВНАЯ ЦЕННОСТЬ</a:t>
            </a:r>
          </a:p>
          <a:p>
            <a:r>
              <a:t>Moodle объединяет контент, коммуникацию и оценивание в единой учебной среде.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Краткая история Moodle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04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2001-2002. Мартин Дугиамас публикует первые версии Moodle как open-source LMS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2004-2010. Платформа активно растет: сообщество, плагины, переводы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2011-2018. Moodle внедряют крупные университеты и корпоративные академии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2019-2022. Упор на мобильность, аналитику и интеграции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2023-сегодня. Экосистема Moodle 4.x: современный интерфейс и гибкие сценарии обучения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Кто работает в системе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05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3990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Администратор.  Управляет платформой, пользователями и глобальными настройками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31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03120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Менеджер.  Создает курсы, назначает преподавателей и контролирует структуру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35808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26440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35808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Преподаватель.  Наполняет курс, проверяет задания и дает обратную связь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68496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19709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68496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Студент.  Изучает материалы, проходит тесты и сдает работы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901184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1297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01184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Наблюдатель/гость.  Имеет доступ только к разрешенному просмотру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870448"/>
            <a:ext cx="11356848" cy="603504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36576" bIns="36576"/>
          <a:lstStyle/>
          <a:p>
            <a:r>
              <a:t>Принцип доступа: каждая роль получает только те права, которые нужны для задач.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Пять шагов первого запуска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06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Создать курс: название, цели, формат (по темам или по неделям)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Добавить разделы и кратко описать ожидаемый результат каждого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Загрузить материалы: лекции, файлы, ссылки, интерактивные ресурсы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Настроить активности: задания, тесты, форумы и сроки выполнения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Проверить курс в роли студента и опубликовать после правок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Основные элементы Moodle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07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Страница/лекция.  Подача теории структурированными блоками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Задание.  Прием работ, дедлайны, рубрики и комментарии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Тест.  Автоматическая проверка и контроль прогресса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Форум.  Обсуждения, вопросы и взаимная поддержка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Журнал оценок.  Прозрачный учет результатов по всем активностям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Как выглядит путь студента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08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01 | Получает доступ к курсу и видит маршрут обучения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02 | Изучает материалы по разделам и отмечает завершение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03 | Выполняет задания и проходит тесты в установленные сроки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7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04 | Получает оценку, комментарий и рекомендации по доработке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5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05 | Возвращается к сложным темам и пересдает при необходимости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06 | Видит финальный прогресс и статус завершения курса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Что часто интегрируют с Moodle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09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Видеоплатформы и хранилища записей занятий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Сервисы вебинаров для синхронных встреч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Интерактивный контент (H5P, SCORM, LTI-инструменты)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Антиплагиат и внешние сервисы проверки работ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SSO и корпоративные каталоги пользователей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Какие метрики смотреть еженедельно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10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01 | Посещаемость курса и частота входов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02 | Процент завершения разделов и заданий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03 | Средний балл по тестам и сложные вопросы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04 | Активность в форумах и скорость обратной связи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05 | Студенты группы риска: низкая активность и просрочки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Типичные ошибки при запуске Moodle-курса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11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Слишком длинные разделы без четких шагов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Нет критериев оценки и примеров ожидаемого результата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Курс построен как архив файлов, а не как маршрут обучения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Навигация запутана: студент не понимает, что делать дальше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Обратная связь приходит поздно и теряет учебный эффект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Безопасность и правовые основы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12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Персональные данные обрабатываются по локальным политикам и закону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Доступ к оценкам и работам ограничен ролями и контекстом курса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Используются только легальные учебные материалы и лицензии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Резервные копии и журнал действий включены по регламенту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Пароли, SSO и двухфакторная защита соответствуют требованиям ИБ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Мини-кейс: курс «Введение в Moodle»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13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704088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329184" tIns="274320" bIns="274320"/>
          <a:lstStyle/>
          <a:p>
            <a:r>
              <a:t>СИТУАЦИЯ</a:t>
            </a:r>
          </a:p>
          <a:p>
            <a:r>
              <a:t>Нужно за 1 неделю подготовить ознакомительный курс для новых преподавателей.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07008"/>
            <a:ext cx="420624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219456"/>
          <a:lstStyle/>
          <a:p>
            <a:r>
              <a:t>ЗАДАНИЕ</a:t>
            </a:r>
          </a:p>
          <a:p>
            <a:r>
              <a:t>1.  Создать 3 раздела: старт, инструменты, оценивание</a:t>
            </a:r>
          </a:p>
          <a:p>
            <a:r>
              <a:t>2.  Добавить тест на 10 вопросов и одно практическое задание</a:t>
            </a:r>
          </a:p>
          <a:p>
            <a:r>
              <a:t>3.  Настроить журнал оценок и условие завершения курса</a:t>
            </a:r>
          </a:p>
          <a:p>
            <a:r>
              <a:t>4.  Провести пилот на группе из 10 человек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Чек-лист готовности курса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14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01 | Цели курса и результаты обучения сформулированы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02 | У каждого раздела есть материал и активность студента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03 | Оценивание прозрачно: критерии, шкалы, дедлайны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04 | Навигация понятна без устных пояснений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05 | Курс протестирован в роли студента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Рекомендуемый план на 90 минут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15  / 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61872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7132320"/>
              </a:tblGrid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Этап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Мин.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Что делаем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Ориентация в интерфейсе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15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Главная страница, курс, блоки навигации и профиль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Сборка учебного раздела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35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Добавляем материалы, задание и тест в один модуль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Проверка и оценивание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25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Смотрим журнал оценок и варианты обратной связи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Финальный прогон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15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Заходим как студент и фиксируем точки улучшения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53328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Эти 90 минут помогают познакомиться с Moodle на практике и собрать рабочий черновик курса.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Что должно быть готово за эти 90 минут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16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Создан каркас курса с тремя осмысленными разделами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Добавлены минимум одно задание и один тест с настройками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Проверены роли, доступ и логика оценивания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Составлен список улучшений перед пилотным запуском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5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Самостоятельная доработка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17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Добавьте интерактив: форум, глоссарий или H5P-элемент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Соберите обратную связь от первой группы пользователей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Обновите курс и зафиксируйте, какие метрики улучшились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3. LMS Moodle</dc:title>
  <dc:subject>Основы проектирования цифровых образовательных ресурсов</dc:subject>
  <dc:creator>Учебный комплект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Презентация к занятию</cp:category>
  <dc:language>ru-RU</dc:language>
</cp:coreProperties>
</file>